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  <Override PartName="/ppt/fonts/font_serrif_reg.fntdata" ContentType="application/x-fontdata"/>
  <Override PartName="/ppt/fonts/font_serrif_med.fntdata" ContentType="application/x-fontdata"/>
  <Override PartName="/ppt/fonts/font_serrif_semi.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Serrif"/>
      <p:regular r:id="rFont16"/>
      <p:bold r:id="rFont17"/>
    </p:embeddedFont>
    <p:embeddedFont>
      <p:font typeface="Serrif SemiBold"/>
      <p:regular r:id="rFont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Font16" Type="http://schemas.openxmlformats.org/officeDocument/2006/relationships/font" Target="fonts/font_serrif_reg.fntdata"/><Relationship Id="rFont17" Type="http://schemas.openxmlformats.org/officeDocument/2006/relationships/font" Target="fonts/font_serrif_med.fntdata"/><Relationship Id="rFont18" Type="http://schemas.openxmlformats.org/officeDocument/2006/relationships/font" Target="fonts/font_serrif_semi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erene-hopeful-davinci/mnt/asset/delight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"/>
            <a:ext cx="1353312" cy="2560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7360" y="155448"/>
            <a:ext cx="0" cy="219456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828800" y="91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Logo]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046720" y="91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56032" y="2980944"/>
            <a:ext cx="8631936" cy="2157984"/>
          </a:xfrm>
          <a:prstGeom prst="roundRect">
            <a:avLst>
              <a:gd name="adj" fmla="val 4237"/>
            </a:avLst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2980944"/>
            <a:ext cx="863193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Sendbird — Powering the World's Conversations at Scale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0040" y="100584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The Future of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Customer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Conversations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"/>
            <a:ext cx="91440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pic>
        <p:nvPicPr>
          <p:cNvPr id="3" name="Image 0" descr="/sessions/serene-hopeful-davinci/mnt/asset/delight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"/>
            <a:ext cx="135331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37360" y="100584"/>
            <a:ext cx="0" cy="219456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10512" y="45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branded AI concierge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32320" y="45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Sendbird, Inc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530352"/>
            <a:ext cx="8503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The cost of disconnected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customer experiences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0040" y="160020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lose trillions every year to fragmented, impersonal support interactions.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01168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2212848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5200" dirty="0"/>
          </a:p>
        </p:txBody>
      </p:sp>
      <p:sp>
        <p:nvSpPr>
          <p:cNvPr id="11" name="Shape 8"/>
          <p:cNvSpPr/>
          <p:nvPr/>
        </p:nvSpPr>
        <p:spPr>
          <a:xfrm>
            <a:off x="484632" y="3218688"/>
            <a:ext cx="232257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" y="3328416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consumers say experience is key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their purchasing decisions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" y="46817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PwC Consumer Intelligence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201168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64992" y="2212848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$1.6T</a:t>
            </a:r>
            <a:endParaRPr lang="en-US" sz="5200" dirty="0"/>
          </a:p>
        </p:txBody>
      </p:sp>
      <p:sp>
        <p:nvSpPr>
          <p:cNvPr id="16" name="Shape 13"/>
          <p:cNvSpPr/>
          <p:nvPr/>
        </p:nvSpPr>
        <p:spPr>
          <a:xfrm>
            <a:off x="3364992" y="3218688"/>
            <a:ext cx="232257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3328416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annually in the US due to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customer service experiences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64992" y="46817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Accenture Strategy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80760" y="201168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45352" y="2212848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5200" dirty="0"/>
          </a:p>
        </p:txBody>
      </p:sp>
      <p:sp>
        <p:nvSpPr>
          <p:cNvPr id="21" name="Shape 18"/>
          <p:cNvSpPr/>
          <p:nvPr/>
        </p:nvSpPr>
        <p:spPr>
          <a:xfrm>
            <a:off x="6245352" y="3218688"/>
            <a:ext cx="232257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45352" y="3328416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consumers switch brands after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poor service interaction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45352" y="46817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Microsoft State of Service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732520" y="4892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"/>
            <a:ext cx="91440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pic>
        <p:nvPicPr>
          <p:cNvPr id="3" name="Image 0" descr="/sessions/serene-hopeful-davinci/mnt/asset/delight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"/>
            <a:ext cx="135331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37360" y="100584"/>
            <a:ext cx="0" cy="219456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10512" y="45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branded AI concierge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32320" y="45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Sendbird, Inc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5486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Great conversations don't just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resolve issues. They build loyalty.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320040" y="1719072"/>
            <a:ext cx="850392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34840" y="1975104"/>
            <a:ext cx="0" cy="2679192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"Sendbird has been instrumental in powering the real-time conversations that make Reddit special. Their platform gives us the reliability, scale, and safety we need to keep millions of communities connected across the globe."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5537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Lead, Reddit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975104"/>
            <a:ext cx="3931920" cy="2679192"/>
          </a:xfrm>
          <a:prstGeom prst="rect">
            <a:avLst/>
          </a:prstGeom>
          <a:solidFill>
            <a:srgbClr val="F2F2F2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975104"/>
            <a:ext cx="393192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Brand Visual / Customer Logo 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732520" y="4892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"/>
            <a:ext cx="91440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pic>
        <p:nvPicPr>
          <p:cNvPr id="3" name="Image 0" descr="/sessions/serene-hopeful-davinci/mnt/asset/delight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"/>
            <a:ext cx="135331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37360" y="100584"/>
            <a:ext cx="0" cy="219456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10512" y="45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branded AI concierge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32320" y="45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Sendbird, Inc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548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delight.ai for Customer Experience.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394960" y="548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AI-powered conversations across the full customer lifecycle.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143000"/>
            <a:ext cx="859536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1463040"/>
            <a:ext cx="2487168" cy="475488"/>
          </a:xfrm>
          <a:prstGeom prst="rect">
            <a:avLst/>
          </a:prstGeom>
          <a:solidFill>
            <a:srgbClr val="1E1E1E"/>
          </a:solidFill>
          <a:ln w="19050">
            <a:solidFill>
              <a:srgbClr val="F2FF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46304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Integrate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99816" y="146304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6928" y="219456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Team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928" y="2578608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Voice &amp; Video SDK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1-day integration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uptime SLA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19856" y="1463040"/>
            <a:ext cx="2487168" cy="475488"/>
          </a:xfrm>
          <a:prstGeom prst="rect">
            <a:avLst/>
          </a:prstGeom>
          <a:solidFill>
            <a:srgbClr val="1E1E1E"/>
          </a:solidFill>
          <a:ln w="19050">
            <a:solidFill>
              <a:srgbClr val="F2FF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19856" y="146304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Engage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52744" y="146304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419856" y="219456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 &amp; Support Team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419856" y="2578608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Concierge (delight.ai)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agent handoff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messaging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72784" y="1463040"/>
            <a:ext cx="2487168" cy="475488"/>
          </a:xfrm>
          <a:prstGeom prst="rect">
            <a:avLst/>
          </a:prstGeom>
          <a:solidFill>
            <a:srgbClr val="1E1E1E"/>
          </a:solidFill>
          <a:ln w="19050">
            <a:solidFill>
              <a:srgbClr val="F2FF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146304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Scale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72784" y="219456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Analytics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72784" y="2578608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4B+ messages/month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732520" y="4892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"/>
            <a:ext cx="91440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pic>
        <p:nvPicPr>
          <p:cNvPr id="3" name="Image 0" descr="/sessions/serene-hopeful-davinci/mnt/asset/delight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"/>
            <a:ext cx="135331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37360" y="100584"/>
            <a:ext cx="0" cy="219456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10512" y="45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branded AI concierge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32320" y="45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Sendbird, Inc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585216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Embed rich chat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into any product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320040" y="25786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9050">
            <a:solidFill>
              <a:srgbClr val="F2FF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962656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SDKs for iOS, Android &amp; Web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UI components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&amp; compliance tools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4288536"/>
            <a:ext cx="41605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4256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B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User engagement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31720" y="44256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9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Churn rate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502920"/>
            <a:ext cx="4206240" cy="4434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60350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messaging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64608" y="960120"/>
            <a:ext cx="3803904" cy="374904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64608" y="960120"/>
            <a:ext cx="38039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Chat UI Mockup ]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732520" y="4892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"/>
            <a:ext cx="91440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pic>
        <p:nvPicPr>
          <p:cNvPr id="3" name="Image 0" descr="/sessions/serene-hopeful-davinci/mnt/asset/delight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"/>
            <a:ext cx="135331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37360" y="100584"/>
            <a:ext cx="0" cy="219456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10512" y="45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branded AI concierge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32320" y="45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Sendbird, Inc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585216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AI concierge that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resolves, not just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replies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320040" y="25786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9050">
            <a:solidFill>
              <a:srgbClr val="F2FF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delight.ai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962656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issue resolution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human agent handoff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your knowledge base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4288536"/>
            <a:ext cx="41605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4256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B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CSAT score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31720" y="44256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9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Support costs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502920"/>
            <a:ext cx="4206240" cy="4434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60350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delight.ai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64608" y="960120"/>
            <a:ext cx="3803904" cy="374904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64608" y="960120"/>
            <a:ext cx="38039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 Concierge Interface ]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732520" y="4892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"/>
            <a:ext cx="91440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pic>
        <p:nvPicPr>
          <p:cNvPr id="3" name="Image 0" descr="/sessions/serene-hopeful-davinci/mnt/asset/delight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"/>
            <a:ext cx="135331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37360" y="100584"/>
            <a:ext cx="0" cy="219456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10512" y="45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branded AI concierge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32320" y="45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Sendbird, Inc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585216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Real-time voice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and video built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for enterprise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320040" y="25786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9050">
            <a:solidFill>
              <a:srgbClr val="F2FF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Video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962656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 audio &amp; video calls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sharing support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4288536"/>
            <a:ext cx="41605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4256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B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NPS score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31720" y="44256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9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Resolution time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502920"/>
            <a:ext cx="4206240" cy="4434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60350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communication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64608" y="960120"/>
            <a:ext cx="3803904" cy="374904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64608" y="960120"/>
            <a:ext cx="38039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Voice &amp; Video UI ]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732520" y="4892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"/>
            <a:ext cx="91440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pic>
        <p:nvPicPr>
          <p:cNvPr id="3" name="Image 0" descr="/sessions/serene-hopeful-davinci/mnt/asset/delight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"/>
            <a:ext cx="135331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37360" y="100584"/>
            <a:ext cx="0" cy="219456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10512" y="45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branded AI concierge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32320" y="45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Sendbird, Inc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585216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Proactive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messaging that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rrif" pitchFamily="34" charset="0"/>
                <a:ea typeface="Serrif" pitchFamily="34" charset="-122"/>
                <a:cs typeface="Serrif" pitchFamily="34" charset="-120"/>
              </a:rPr>
              <a:t>drives revenue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320040" y="25786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9050">
            <a:solidFill>
              <a:srgbClr val="F2FF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Messaging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962656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push &amp; notifications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campaign builder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&amp; analytics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4288536"/>
            <a:ext cx="41605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4256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B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Conversion rate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31720" y="44256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B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Revenue per user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502920"/>
            <a:ext cx="4206240" cy="4434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60350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analytics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64608" y="960120"/>
            <a:ext cx="3803904" cy="374904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64608" y="960120"/>
            <a:ext cx="38039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Messaging Dashboard ]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732520" y="4892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"/>
            <a:ext cx="91440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pic>
        <p:nvPicPr>
          <p:cNvPr id="3" name="Image 0" descr="/sessions/serene-hopeful-davinci/mnt/asset/delight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"/>
            <a:ext cx="135331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37360" y="100584"/>
            <a:ext cx="0" cy="219456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10512" y="45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branded AI concierge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32320" y="45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Sendbird, Inc</a:t>
            </a:r>
            <a:endParaRPr lang="en-US" sz="1000" dirty="0"/>
          </a:p>
        </p:txBody>
      </p:sp>
      <p:pic>
        <p:nvPicPr>
          <p:cNvPr id="7" name="Image 1" descr="/sessions/serene-hopeful-davinci/mnt/asset/delight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325880"/>
            <a:ext cx="411480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395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branded AI concierge — powered by Sendbird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200400" y="3090672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2FF66"/>
          </a:solidFill>
          <a:ln w="12700">
            <a:solidFill>
              <a:srgbClr val="F2FF6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0" y="30906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Demo  →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47365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sendbird.com  ·  delight.ai  ·  San Mateo, CA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Sendbird — Company Overview</dc:title>
  <dc:subject>PptxGenJS Presentation</dc:subject>
  <dc:creator>PptxGenJS</dc:creator>
  <cp:lastModifiedBy>PptxGenJS</cp:lastModifiedBy>
  <cp:revision>1</cp:revision>
  <dcterms:created xsi:type="dcterms:W3CDTF">2026-03-19T08:00:29Z</dcterms:created>
  <dcterms:modified xsi:type="dcterms:W3CDTF">2026-03-19T08:00:29Z</dcterms:modified>
</cp:coreProperties>
</file>